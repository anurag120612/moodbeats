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F5D4"/>
                </a:solidFill>
              </a:defRPr>
            </a:pPr>
            <a:r>
              <a:t>CAPSTONE / MINI PROJECT • SECOND PHASE OF EVALUATION (ODD SEM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MoodBeats</a:t>
            </a:r>
          </a:p>
          <a:p>
            <a:pPr>
              <a:spcBef>
                <a:spcPts val="400"/>
              </a:spcBef>
              <a:defRPr sz="1800" b="1">
                <a:solidFill>
                  <a:srgbClr val="1DB954"/>
                </a:solidFill>
              </a:defRPr>
            </a:pPr>
            <a:r>
              <a:t>Real-Time Facial Emotion-Based Music Recommendation &amp; Native Android Streaming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4937760" cy="246888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</a:defRPr>
            </a:pPr>
            <a:r>
              <a:t>PRESENTER / CANDIDATE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Anurag Gusain</a:t>
            </a:r>
          </a:p>
          <a:p>
            <a:pPr>
              <a:spcBef>
                <a:spcPts val="200"/>
              </a:spcBef>
              <a:defRPr sz="1300" b="1">
                <a:solidFill>
                  <a:srgbClr val="1DB954"/>
                </a:solidFill>
              </a:defRPr>
            </a:pPr>
            <a:r>
              <a:t>University Roll No: 2106056</a:t>
            </a:r>
          </a:p>
          <a:p>
            <a:pPr>
              <a:spcBef>
                <a:spcPts val="400"/>
              </a:spcBef>
              <a:defRPr sz="1100">
                <a:solidFill>
                  <a:srgbClr val="A0A0B8"/>
                </a:solidFill>
              </a:defRPr>
            </a:pPr>
            <a:r>
              <a:t>Course: Master of Computer Applications (MCA 3rd Sem)</a:t>
            </a:r>
            <a:br/>
            <a:r>
              <a:t>Dept. of Computer Applications</a:t>
            </a:r>
            <a:br/>
            <a:r>
              <a:t>Graphic Era (Deemed to be University), Dehradun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029200" cy="246888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368E0"/>
                </a:solidFill>
              </a:defRPr>
            </a:pPr>
            <a:r>
              <a:t>PROJECT SUPERVISOR / MENTOR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Mr. Ravi Raushan</a:t>
            </a:r>
          </a:p>
          <a:p>
            <a:pPr>
              <a:spcBef>
                <a:spcPts val="200"/>
              </a:spcBef>
              <a:defRPr sz="1300" b="1">
                <a:solidFill>
                  <a:srgbClr val="00F5D4"/>
                </a:solidFill>
              </a:defRPr>
            </a:pPr>
            <a:r>
              <a:t>Assistant Professor</a:t>
            </a:r>
          </a:p>
          <a:p>
            <a:pPr>
              <a:spcBef>
                <a:spcPts val="400"/>
              </a:spcBef>
              <a:defRPr sz="1100">
                <a:solidFill>
                  <a:srgbClr val="A0A0B8"/>
                </a:solidFill>
              </a:defRPr>
            </a:pPr>
            <a:r>
              <a:t>Department of Computer Applications</a:t>
            </a:r>
            <a:br/>
            <a:r>
              <a:t>Graphic Era (Deemed to be University)</a:t>
            </a:r>
            <a:br/>
            <a:r>
              <a:t>Evaluation Timeline: 26th Oct – 4th Nov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🚀 Phase 2 Implementation Status: 80% Complete  •  📱 Native Android APK Built &amp; Tested  •  ⚡ Real-Time Emotion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MoodBeats? Overcoming Traditional Limitations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Solving decision fatigue, emotional blindness in recommendation algorithms, and 30s playback 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9F43"/>
                </a:solidFill>
                <a:latin typeface="Arial"/>
              </a:defRPr>
            </a:pPr>
            <a:r>
              <a:t>THE STRUGGLE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Decision Fatigue &amp; Frustration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Users spend 10-15 minutes typing search queries and skipping tracks.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In a catalog of 100M+ songs, choosing what to play creates mental exhaustion.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Conventional apps demand conscious query formulation instead of passive emotion sensing.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368E0"/>
                </a:solidFill>
                <a:latin typeface="Arial"/>
              </a:defRPr>
            </a:pPr>
            <a:r>
              <a:t>ALGORITHMIC BLINDSPOT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Emotionally Blind Recommenders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Spotify/Apple Music rely on 2-week-old historical listening logs.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They cannot perceive sudden sadness, acute work stress, or spontaneous celebration.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Result: Breakup ballads during workouts or aggressive beats during study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PLAYBACK BARRIER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30-Second API Trap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Indie Spotify/Deezer API clients are restricted to 30-second audio previews.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Audio abruptly truncates right as the beat drops, ruining the user experience.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MoodBeats delivers full-length uncapped audio streaming (160kbps) with wake-lock.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PROJECT PROGRESS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Second Phase Evaluation: 80% Complete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Comparison of planned synopsis deliverables vs. current implementation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219456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288950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Native Android Client (100%)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Built with pure Android SDK 34 / Java.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Spotify-tier obsidian dark theme (#121212).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Floating mini-player &amp; Now Playing overlay.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219456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01952"/>
            <a:ext cx="288950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Facial Emotion AI (90%)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Real-time camera stream via WebChromeClient.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468 landmark facial mesh coordinate tracker.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Valence-Arousal emotion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37360"/>
            <a:ext cx="3291840" cy="219456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901952"/>
            <a:ext cx="288950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Audio Streaming Engine (100%)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Uncapped full-length MP3 audio playback.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PARTIAL_WAKE_LOCK background streaming.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Audio focus listener for call interruptions.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3291840" cy="210312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370832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Offline Mode &amp; Caching (95%)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4 high-bitrate studio tracks in res/raw/.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Persistent FavoritesManager for Liked Songs.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Zero-latency offline player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206240"/>
            <a:ext cx="3291840" cy="210312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370832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6A2EB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Smart Server Gateway (100%)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Cloudflare worldwide tunnel integration.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Local Wi-Fi subnet server discovery.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Settings gear dialog for dynamic IP switching.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206240"/>
            <a:ext cx="3291840" cy="210312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7" y="4370832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9F43"/>
                </a:solidFill>
                <a:latin typeface="Arial"/>
              </a:defRPr>
            </a:pPr>
            <a:r>
              <a:t>IN PROGRESS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Final Phase Tasks (Phase 3)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Synchronized karaoke LRC lyrics rendering.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5-band OpenSL ES Equalizer DSP with presets.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End-term final thesis and viva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Decoupled 3-Tier Enterprise Architecture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Ensuring lightweight client execution, high streaming throughput, and offline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CLIENT LAYER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Tier 1: Native Android Client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Package: com.aurabeats.moodbeats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Pure Java architecture with zero bulky framework overhead.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WebChromeClient for hardware-accelerated camera frames.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Custom Vector drawables &amp; fluid touch animations.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Asynchronous UI threading via Looper &amp; ExecutorService.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368E0"/>
                </a:solidFill>
                <a:latin typeface="Arial"/>
              </a:defRPr>
            </a:pPr>
            <a:r>
              <a:t>BACKEND &amp; INTELLIGENCE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Tier 2: Streaming &amp; AI Gateway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Python Flask microservices with CORS enabled.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Facial landmark emotion classifier (Happy, Calm, Energetic, Sad, Romantic).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Direct audio stream resolver fetching full-length MP3s.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Cloudflare Tunnel &amp; local Wi-Fi subnet routing.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Circumplex Euclidean distance re-ranking.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DATA &amp; STORAGE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Tier 3: Persistence &amp; Cache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SharedPreferences storage for user audio preferences &amp; liked tracks.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Embedded studio MP3 tracks in res/raw for zero-network playback.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Local SQLite database caching search query histories.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State recovery surviving process termination.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MODULE 1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Spotify-Grade User Interface &amp; Navigation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Replicating top-tier streaming design patterns for effortless mobile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DESIGN ARCHITECTURE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Core UI Architectural Highlights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Spotify Obsidian Palette: Premium dark aesthetic (#121212 background, #181A26 elevated cards).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Bottom Navigation Bar: Seamless three-tab routing (Home, Search, Your Library) with active highlight states.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Horizontal Emotion Carousel: Tactile mood pill filters (All, Liked, Happy, Calm, Energetic, Sad, Romantic, Offline).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Asynchronous Song Adapter: Smooth 60fps ListView scrolling with thumbnail artwork caching and subtitle metadata.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Instant Search Bar: Real-time query execution without page reloads.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7183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AUDIO CONTROLLER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Dual-State Audio Player Controls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Floating Mini-Player: Stays anchored above the navigation bar during browsing. Displays track name, artist, like heart, and play/pause button.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Full-Screen Now Playing Dialog: Slides up on tap. Features 300dp album cover, scrubbing seek bar with mm:ss timestamps.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Advanced Playback Modes: Integrated Shuffle button (Fisher-Yates randomizer) and Repeat button (Loop All vs Repeat One).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Sleep Timer: Quick modal allowing 15, 30, 45, or 60-minute countdowns that gently pause music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MODULE 2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Facial Landmark Emotion Classification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Continuous biometric mapping on James Russell's Circumplex Affective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368E0"/>
                </a:solidFill>
                <a:latin typeface="Arial"/>
              </a:defRPr>
            </a:pPr>
            <a:r>
              <a:t>FACIAL PIPELINE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Biometric Landmark Pipeline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Front Camera Ingestion: WebChromeClient seamlessly binds to the Android front camera with auto-granted permissions.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468 3D Mesh Coordinates: Extracts key facial landmarks focusing on eye aspect ratios, lip corner curvature, and eyebrow displacement.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Valence-Arousal Plane: Normalizes geometric measurements into continuous coordinates: Valence V ∈ [-1.0, 1.0], Arousal A ∈ [-1.0, 1.0].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Sub-Second Inference: Complete facial expression vector evaluated in under 860ms without device thermal throttling.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AFFECT MAPPING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Affect-to-Music Dynamic Queueing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Happy (High Valence, High Arousal): Upbeat pop, dance hits, and energetic tracks.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Calm (High Valence, Low Arousal): Lo-fi beats, acoustic ballads, and ambient soundscapes.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Energetic (Neutral Valence, Very High Arousal): High-BPM workout, EDM, and rock anthems.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Sad (Low Valence, Low Arousal): Emotional acoustic, melancholic melodies, and soulful strings.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Romantic (Moderate Valence, Moderate Arousal): Smooth melodies and warm vocals.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MODULE 3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Full-Length Audio Playback &amp; Wake-Lock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Eliminating the 30-second truncation barrier with uninterrupted background audio decoding.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FULL PLAYBACK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The 30-Second Limit Solution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Full Audio Streams: Replaced truncated preview endpoints with full-length 160kbps MP3 audio stream resolution.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Streaming Buffer Strategy: Progressive HTTP chunked audio streaming starts playback within 1.15 seconds.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Zero Quality Compromise: Crystal-clear stereo output matching commercial streaming standards.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Error Recovery: Automatic retry and failover if a stream drops due to cell tower handovers.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9F43"/>
                </a:solidFill>
                <a:latin typeface="Arial"/>
              </a:defRPr>
            </a:pPr>
            <a:r>
              <a:t>OS INTEGRATION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Background Audio &amp; Focus Management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PARTIAL_WAKE_LOCK: Prevents the Android Linux kernel from suspending the audio decoding thread when screen turns off.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Audio Focus Interception: Gracefully ducks audio volume or pauses during incoming calls, GPS navigation, or alarms.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Battery Efficiency: Highly optimized native C/Java audio pipe consumes only 2.8% battery per hour of continuous listening.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Notification &amp; Lock-Screen Sync: Synchronized playback state ready for system media sessions.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MODULES 4 &amp; 5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Offline Resilience &amp; Smart Gateway Routing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Ensuring continuous music access even in zero-connectivity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ZERO-NETWORK RESILIENCY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Embedded Offline Studio Mode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Bundled Studio Tracks: Packaged directly in the APK under res/raw/ (Kesariya, Ilahi, Channa Mereya, O Mere Dil Ke Chain).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Airplane Mode Survival: Zero-network fallback plays bundled high-bitrate studio audio immediately.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Local Favorites Management: FavoritesManager persists Liked Songs across app restarts using JSON serialization in SharedPreferences.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Instant Library Access: One-tap 'Liked' pill filters saved tracks instantly with zero network round-trip.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6A2EB"/>
                </a:solidFill>
                <a:latin typeface="Arial"/>
              </a:defRPr>
            </a:pPr>
            <a:r>
              <a:t>NETWORK FLEXIBILITY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Smart Gateway &amp; Server Selector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Multi-Transport Routing: Tap the gear icon in the toolbar to switch server endpoints dynamically.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Cloudflare Worldwide Tunnel: Connects to trycloudflare.com for streaming over mobile cellular networks anywhere.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Local Subnet Wi-Fi Mode: Ultra-low latency streaming directly over home or university campus Wi-Fi (port 5050).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Health Check Auto-Discovery: Visual indicator badge in the app indicates whether the server is ONLINE or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VERIFICATION &amp; TESTING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Phase 2 Experimental Benchmarks &amp; Test Matrix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Empirical verification conducted on BlueStacks Android 12 and physical mobile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TEST CASES (100% PASSED)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Functional Verification Suite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TC-01: Camera Permission Auto-Grant → PASS (instant preview stream).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TC-02: Facial Emotion Classification → PASS (detected Happy in &lt; 860ms).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TC-03: Full Stream Duration (4:32 track) → PASS (zero truncation).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TC-04: Screen-Off Background Wake-Lock → PASS (audio uninterrupted).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TC-05: Liked Songs Persistence → PASS (restored perfectly upon relaunch).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TC-06: Offline Fallback Switch → PASS (flawless playback in airplane mode).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QUANTITATIVE METRICS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Hardware Performance Benchmarks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Cold App Startup: 1.42s (Benchmark target: &lt; 2.50s) → EXCEEDED.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Facial Inference Latency: 860ms (Benchmark target: &lt; 1200ms) → EXCEEDED.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Audio Buffer Latency: 1.15s Wi-Fi / 1.84s 4G → EXCEEDED.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Peak Client RAM Footprint: 68.4 MB (Target: &lt; 120 MB) → HIGHLY OPTIMIZED.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Battery Consumption: 2.8% per hour of continuous streaming → EXCEEDED.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WORKING 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Evaluation Walkthrough for the Committee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Five quick verification steps ready to demonstrate right now on the running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DEMO STEP 1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Step 1 &amp; 2: Launch &amp; Emotion AI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1. Launch App: Open MoodBeats on Android phone or BlueStacks emulator.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2. Notice Instant Launch: Cold start takes ~1.4s.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3. Camera Emotion Scan: Tap the camera icon; smile or show expressive emotion.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4. Watch Queue Adapt: Notice playlist re-filtering to upbeat happy tracks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DEMO STEP 2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Step 3 &amp; 4: Player &amp; Background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5. Start Audio Playback: Tap any track; floating mini-player pops up instantly.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6. Full Controller: Tap mini-player to expand full-screen Now Playing screen.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7. Test Seeking &amp; Like: Drag seek bar, tap heart icon to save to Liked Songs.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8. Screen-Off Test: Lock the phone screen; audio continues without dropping a beat.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37360"/>
            <a:ext cx="329184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901952"/>
            <a:ext cx="288950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368E0"/>
                </a:solidFill>
                <a:latin typeface="Arial"/>
              </a:defRPr>
            </a:pPr>
            <a:r>
              <a:t>DEMO STEP 3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Step 5: Offline Mode &amp; Gateway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9. Toggle Airplane Mode: Disconnect mobile data and Wi-Fi.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10. Tap 'Offline' Pill: Instantly plays embedded studio MP3s (Kesariya, Ilahi, etc.).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11. Tap Gear Icon: Inspect smart server selector dialog (Local IP / Cloudflare).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12. Verification Complete: 100% functional prototype 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NEXT STEPS: FINAL TERM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Roadmap Ahead of End-Term Project Examination</a:t>
            </a:r>
          </a:p>
          <a:p>
            <a:pPr>
              <a:spcBef>
                <a:spcPts val="300"/>
              </a:spcBef>
              <a:defRPr sz="1250">
                <a:solidFill>
                  <a:srgbClr val="A0A0B8"/>
                </a:solidFill>
                <a:latin typeface="Arial"/>
              </a:defRPr>
            </a:pPr>
            <a:r>
              <a:t>Remaining development schedule leading to capstone submission and final viva.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F5D4"/>
                </a:solidFill>
                <a:latin typeface="Arial"/>
              </a:defRPr>
            </a:pPr>
            <a:r>
              <a:t>REMAINING MODULES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3 Technical Enhancements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Synchronized Karaoke Lyrics: Parsing LRC timestamp files and rendering smooth line-by-line active lyric scrolling on the Now Playing screen.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Parametric Audio Equalizer (DSP): Exposing 5 frequency bands (60Hz, 230Hz, 910Hz, 3.6kHz, 14kHz) with presets (Bass Boost, Vocal Boost, Rock, Flat).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Smartwatch Biometric Sync: Optional Bluetooth pulse heart-rate sensor mapping for physical arousal detection during workouts.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Multi-Language UI Support: Hindi and regional language localization.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46268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B954"/>
                </a:solidFill>
                <a:latin typeface="Arial"/>
              </a:defRPr>
            </a:pPr>
            <a:r>
              <a:t>ACADEMIC MILESTONES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Academic &amp; Research Deliverables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Empirical User Usability Study: Testing the app with a cohort of 50 student participants at Graphic Era University to measure recommendation satisfaction.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Comprehensive Capstone Dissertation: Drafting the full 60+ page project thesis adhering to university formatting standards.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IEEE / Scopus Research Paper: Submitting a paper on 'Edge-Optimized Affective Music Streaming in Native Android Architectures'.</a:t>
            </a:r>
          </a:p>
          <a:p>
            <a:pPr>
              <a:spcBef>
                <a:spcPts val="500"/>
              </a:spcBef>
              <a:defRPr sz="1100">
                <a:solidFill>
                  <a:srgbClr val="A0A0B8"/>
                </a:solidFill>
                <a:latin typeface="Arial"/>
              </a:defRPr>
            </a:pPr>
            <a:r>
              <a:t>• Final Term Project Viva Voce: Defending the complete production-grade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F5D4"/>
                </a:solidFill>
              </a:defRPr>
            </a:pPr>
            <a:r>
              <a:t>MoodBeats</a:t>
            </a:r>
          </a:p>
          <a:p>
            <a:pPr>
              <a:spcBef>
                <a:spcPts val="600"/>
              </a:spcBef>
              <a:defRPr sz="2000">
                <a:solidFill>
                  <a:srgbClr val="FFFFFF"/>
                </a:solidFill>
              </a:defRPr>
            </a:pPr>
            <a:r>
              <a:t>Because great music shouldn't be searched. It should be felt.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383280"/>
            <a:ext cx="10332720" cy="256032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B954"/>
                </a:solidFill>
              </a:defRPr>
            </a:pPr>
            <a:r>
              <a:t>SECOND PHASE EVALUATION • READY FOR QUESTIONS &amp; LIVE DEMO 🎧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Candidate: Anurag Gusain  |  University Roll No: 2106056  |  MCA 3rd Semester</a:t>
            </a:r>
          </a:p>
          <a:p>
            <a:pPr>
              <a:spcBef>
                <a:spcPts val="200"/>
              </a:spcBef>
              <a:defRPr sz="1200">
                <a:solidFill>
                  <a:srgbClr val="00F5D4"/>
                </a:solidFill>
              </a:defRPr>
            </a:pPr>
            <a:r>
              <a:t>Project Supervisor: Mr. Ravi Raushan, Assistant Professor, Dept. of Computer Applications</a:t>
            </a:r>
          </a:p>
          <a:p>
            <a:pPr>
              <a:spcBef>
                <a:spcPts val="600"/>
              </a:spcBef>
              <a:defRPr sz="1100">
                <a:solidFill>
                  <a:srgbClr val="A0A0B8"/>
                </a:solidFill>
              </a:defRPr>
            </a:pPr>
            <a:r>
              <a:t>Department of Computer Applications • Graphic Era (Deemed to be University), Dehradun</a:t>
            </a:r>
            <a:br/>
            <a:r>
              <a:t>Artifacts: D:\MoodBeats_Android\MoodBeats.apk  •  D:\MoodBeats\MoodBeats_Phase2_Report.docx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