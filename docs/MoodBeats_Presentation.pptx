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5D4"/>
                </a:solidFill>
              </a:defRPr>
            </a:pPr>
            <a:r>
              <a:t>NEXT-GENERATION MOOD INTELLIGENCE &amp;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MoodBeats</a:t>
            </a:r>
          </a:p>
          <a:p>
            <a:pPr>
              <a:spcBef>
                <a:spcPts val="800"/>
              </a:spcBef>
              <a:defRPr sz="2200">
                <a:solidFill>
                  <a:srgbClr val="1DB954"/>
                </a:solidFill>
              </a:defRPr>
            </a:pPr>
            <a:r>
              <a:t>Music that doesn't just play — it understands how you feel.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0B8"/>
                </a:solidFill>
              </a:defRPr>
            </a:pPr>
            <a:r>
              <a:t>A modern music streaming ecosystem built with Spotify-tier UI, instant facial &amp; textual emotion recognition, and high-fidelity uncapped audio streaming.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⚡ Real-Time Emotion AI   •   🎧 Spotify UI Replicated   •   📱 Pure Native Android   •   📴 Full Offline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THE REAL-WORLD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Searching For Music Feels Exhausting</a:t>
            </a:r>
          </a:p>
          <a:p>
            <a:pPr>
              <a:spcBef>
                <a:spcPts val="400"/>
              </a:spcBef>
              <a:defRPr sz="1300">
                <a:solidFill>
                  <a:srgbClr val="A0A0B8"/>
                </a:solidFill>
                <a:latin typeface="Arial"/>
              </a:defRPr>
            </a:pPr>
            <a:r>
              <a:t>We live in a world of 100 million songs, yet we spend 15 minutes scrolling in silence.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41148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9F43"/>
                </a:solidFill>
                <a:latin typeface="Arial"/>
              </a:defRPr>
            </a:pPr>
            <a:r>
              <a:t>THE STRUGGLE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Decision Fatigue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After a draining 10-hour day, you don't want to type queries or scroll endlessly.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Traditional apps demand that you know exactly what artist or genre you want.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Result: You end up playing the same tired 5 songs over and 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1148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368E0"/>
                </a:solidFill>
                <a:latin typeface="Arial"/>
              </a:defRPr>
            </a:pPr>
            <a:r>
              <a:t>THE BLINDSPOT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Emotionally Blind Algorithms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Existing platforms rely on historical data — what you listened to 2 weeks ago.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They don't know you had a terrible morning or just aced an exam today.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A breakup playlist when you're celebrating is the worst feeling.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20240"/>
            <a:ext cx="3291840" cy="411480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10312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D4"/>
                </a:solidFill>
                <a:latin typeface="Arial"/>
              </a:defRPr>
            </a:pPr>
            <a:r>
              <a:t>THE BARRIER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The 30-Second Trap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Many indie apps use sample APIs that cut songs off right as the beat drops.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Nothing kills the vibe faster than a song stopping at second 29.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People need full, rich, continuous streaming everywhere they 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THE CORE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MoodBeats: Zero-Friction Empathy In Music</a:t>
            </a:r>
          </a:p>
          <a:p>
            <a:pPr>
              <a:spcBef>
                <a:spcPts val="400"/>
              </a:spcBef>
              <a:defRPr sz="1300">
                <a:solidFill>
                  <a:srgbClr val="A0A0B8"/>
                </a:solidFill>
                <a:latin typeface="Arial"/>
              </a:defRPr>
            </a:pPr>
            <a:r>
              <a:t>Instead of asking 'What song do you want?', MoodBeats asks 'How are you feeling right now?'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  <a:latin typeface="Arial"/>
              </a:defRPr>
            </a:pPr>
            <a:r>
              <a:t>INPUT MODALITIES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Look, Vent, or Tap — It Just Knows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🎥 Webcam Emotion Vision: Instant facial expression detection identifies happiness, exhaustion, focus, or stress.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✍️ Diary &amp; Sentiment Parsing: Write 'rough day studying, need peace' — NLP converts thoughts into acoustic parameters.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🎛️ Mood Dials: One-tap instant vibe pills (Happy, Energetic, Calm, Sad, Romantic) for immediate curation.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1206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031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D4"/>
                </a:solidFill>
                <a:latin typeface="Arial"/>
              </a:defRPr>
            </a:pPr>
            <a:r>
              <a:t>EMOTIONAL SCIENCE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Acoustic Mathematics (Russell's Circumplex)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Every song in the universe lives on a 2D emotional plane: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Valence: Emotional positivity (-1.0 to +1.0)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Energy: Physical arousal / intensity (0.0 to 1.0)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Our matching engine pairs your exact emotional coordinates with musical tempo, keys, and frequencies.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EMOTIONAL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How MoodBeats Curates for Real Life Moments</a:t>
            </a:r>
          </a:p>
          <a:p>
            <a:pPr>
              <a:spcBef>
                <a:spcPts val="400"/>
              </a:spcBef>
              <a:defRPr sz="1300">
                <a:solidFill>
                  <a:srgbClr val="A0A0B8"/>
                </a:solidFill>
                <a:latin typeface="Arial"/>
              </a:defRPr>
            </a:pPr>
            <a:r>
              <a:t>Tailored sonic spaces calibrated to your exact headspace.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01168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FC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C312"/>
                </a:solidFill>
                <a:latin typeface="Arial"/>
              </a:defRPr>
            </a:pPr>
            <a:r>
              <a:t>UPLIFTING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😊 Happy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High Valence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Upbeat Energy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Feel-good pop &amp; celebratory Bollywood hits.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Example: Ilahi, Kesariya Dance Mix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920240"/>
            <a:ext cx="201168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EE5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210312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E5253"/>
                </a:solidFill>
                <a:latin typeface="Arial"/>
              </a:defRPr>
            </a:pPr>
            <a:r>
              <a:t>ADRENALINE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⚡ Energetic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Peak Energy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High BPM &amp; Bass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Gym workout, pre-game hype, party Punjabi beats.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Example: Tauba Tauba, EDM Hits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920240"/>
            <a:ext cx="201168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0A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210312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AC84"/>
                </a:solidFill>
                <a:latin typeface="Arial"/>
              </a:defRPr>
            </a:pPr>
            <a:r>
              <a:t>ZEN / FOCUS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🌿 Calm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Peaceful Valence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Low Heartbeat BPM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Midnight study sessions, meditation, Kishore evergreen classics.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Example: O Mere Dil Ke 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920240"/>
            <a:ext cx="201168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AB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210312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ABDE3"/>
                </a:solidFill>
                <a:latin typeface="Arial"/>
              </a:defRPr>
            </a:pPr>
            <a:r>
              <a:t>CATHARSIS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💔 Sad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Low Valence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Acoustic Ballads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Cathartic heartbreak healing, soul-touching lyrics.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Example: Channa Mereya, Arijit Soul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920240"/>
            <a:ext cx="201168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2103120"/>
            <a:ext cx="1554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368E0"/>
                </a:solidFill>
                <a:latin typeface="Arial"/>
              </a:defRPr>
            </a:pPr>
            <a:r>
              <a:t>INTIMACY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❤️ Romantic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Warm Valence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Sweet Melodies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Late evening dates, warm monsoon rain, intimate acoustic guitars.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Example: Tum Hi Ho, Sufi Romance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MOBILE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Replicating the Spotify Delight on Android</a:t>
            </a:r>
          </a:p>
          <a:p>
            <a:pPr>
              <a:spcBef>
                <a:spcPts val="400"/>
              </a:spcBef>
              <a:defRPr sz="1300">
                <a:solidFill>
                  <a:srgbClr val="A0A0B8"/>
                </a:solidFill>
                <a:latin typeface="Arial"/>
              </a:defRPr>
            </a:pPr>
            <a:r>
              <a:t>Every animation, button, and gesture was engineered to match the gold standard of music streaming.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D4"/>
                </a:solidFill>
                <a:latin typeface="Arial"/>
              </a:defRPr>
            </a:pPr>
            <a:r>
              <a:t>IMMERSION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Full-Screen Now Playing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📱 Tap to Expand: Tap the sleek mini-player to slide up a glorious full-screen player.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🎨 Big Artwork Card: High-res square artwork with rounded corners and elevated drop shadow.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⚡ Full Scrubber: Real-time time elapsed, remaining, and smooth scrubbing.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  <a:latin typeface="Arial"/>
              </a:defRPr>
            </a:pPr>
            <a:r>
              <a:t>PERSONALIZATION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💚 Liked Songs Library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♥ Universal Heart Button: Favorite tracks from the queue or the Now Playing screen.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💾 Persistent Storage: Saved locally in SharedPreferences across device reboots.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📂 Instant My Library: Access your personal loved tracks with zero network delay.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20240"/>
            <a:ext cx="32918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368E0"/>
                </a:solidFill>
                <a:latin typeface="Arial"/>
              </a:defRPr>
            </a:pPr>
            <a:r>
              <a:t>PLAYBACK CONTROLS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🔀 Shuffle, Repeat &amp; Sleep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🔀 True Shuffle: Randomizes queue traversal while preventing immediate repeats.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🔁 3-State Repeat: Cycle seamlessly between Repeat Off, Repeat All, and Repeat One.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🌙 Sleep Timer: Auto-pauses at 15m, 30m, 45m, or End of Song for bedside relaxation.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AUDIO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Full-Length Uncapped Streaming at 160kbps</a:t>
            </a:r>
          </a:p>
          <a:p>
            <a:pPr>
              <a:spcBef>
                <a:spcPts val="400"/>
              </a:spcBef>
              <a:defRPr sz="1300">
                <a:solidFill>
                  <a:srgbClr val="A0A0B8"/>
                </a:solidFill>
                <a:latin typeface="Arial"/>
              </a:defRPr>
            </a:pPr>
            <a:r>
              <a:t>How we eliminated the frustrating 30-second preview limit for real full-song streaming.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EE5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E5253"/>
                </a:solidFill>
                <a:latin typeface="Arial"/>
              </a:defRPr>
            </a:pPr>
            <a:r>
              <a:t>BEFORE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The Root Problem: iTunes Previews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Standard third-party music APIs (like iTunes Search API) only return previewUrl.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Apple strictly caps previewUrl to 30 seconds for copyright sample purposes.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When players reach 00:30, Android's MediaPlayer hits onCompletion and skips the song.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1206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031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  <a:latin typeface="Arial"/>
              </a:defRPr>
            </a:pPr>
            <a:r>
              <a:t>NOW: UNCAPPED FULL SONGS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The Fix: Decrypted 160kbps AAC Streams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✨ JioSaavn Multi-Bitrate Engine: Migrated cloud provider to full-length song repositories.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🔐 Hardware DES Decryption: In-memory DES-ECB cipher decrypts media links instantly on the phone.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🔊 Full CD-Quality (160kbps): Plays the entire 4 to 5+ minute song with crystal-clear fidelity.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📶 Offline Cache: One-tap download stores the song on device storage for zero-data listening.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NO SIGNAL? NO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True Offline Independence</a:t>
            </a:r>
          </a:p>
          <a:p>
            <a:pPr>
              <a:spcBef>
                <a:spcPts val="400"/>
              </a:spcBef>
              <a:defRPr sz="1300">
                <a:solidFill>
                  <a:srgbClr val="A0A0B8"/>
                </a:solidFill>
                <a:latin typeface="Arial"/>
              </a:defRPr>
            </a:pPr>
            <a:r>
              <a:t>Designed for underground metros, flights, and poor network zones.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D4"/>
                </a:solidFill>
                <a:latin typeface="Arial"/>
              </a:defRPr>
            </a:pPr>
            <a:r>
              <a:t>IMMEDIATE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Bundled Core Tracks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Packed with built-in studio tracks right inside the APK (Ilahi, Kesariya, Channa Mereya, Kishore Kumar).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Immediate audio feedback from the very first second you open the app.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Zero loading spinner on first boot.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  <a:latin typeface="Arial"/>
              </a:defRPr>
            </a:pPr>
            <a:r>
              <a:t>STORAGE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One-Tap Stream Saver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Found a song you love? Tap the 📥 icon.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Streams directly into your phone's isolated sandbox storage.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Status badge changes to SAVED 📴 with a green checkmark.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20240"/>
            <a:ext cx="32918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9F43"/>
                </a:solidFill>
                <a:latin typeface="Arial"/>
              </a:defRPr>
            </a:pPr>
            <a:r>
              <a:t>INTELLIGENCE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Smart Auto-Switch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When you tap a song, MoodBeats checks local storage first.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If a downloaded file is found, it plays locally with zero buffering.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Saves mobile data and battery life simultaneously.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PERFORMANCE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Lightweight, Pure Native Engineering</a:t>
            </a:r>
          </a:p>
          <a:p>
            <a:pPr>
              <a:spcBef>
                <a:spcPts val="400"/>
              </a:spcBef>
              <a:defRPr sz="1300">
                <a:solidFill>
                  <a:srgbClr val="A0A0B8"/>
                </a:solidFill>
                <a:latin typeface="Arial"/>
              </a:defRPr>
            </a:pPr>
            <a:r>
              <a:t>No bloated web-wrapper lag. Pure Android Java running close to the silicon.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D4"/>
                </a:solidFill>
                <a:latin typeface="Arial"/>
              </a:defRPr>
            </a:pPr>
            <a:r>
              <a:t>CLIENT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Core Native Android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Language: Java (JDK 17, 1.8 compatibility)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UI: Lightweight XML View hierarchy with zero heavy framework overhead.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MediaPlayer: Android native AudioAttributes with hardware media decoding.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App Size: Under 48 MB with full studio tracks bundled!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  <a:latin typeface="Arial"/>
              </a:defRPr>
            </a:pPr>
            <a:r>
              <a:t>INTELLIGENCE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AI &amp; Backend Bridge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Python 3.12 Backend: Flask API + OpenCV Haarcascade face detection.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Compiled C Core (.dll): Sub-millisecond vector cosine distance calculator.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SQLite Local Database: Persisting 40+ mood transitions and community feeling stories.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920240"/>
            <a:ext cx="32918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368E0"/>
                </a:solidFill>
                <a:latin typeface="Arial"/>
              </a:defRPr>
            </a:pPr>
            <a:r>
              <a:t>CONNECTIVITY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Worldwide Tunneling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Cloudflare Quick Tunnel: Secure public HTTPS endpoint generated on-the-fly.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QR Code Connection: Scan and stream anywhere across the globe.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• Cross-Platform: Works on Android, Windows Desktop (.exe), and Web.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USER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 Day in the Life with MoodBeats</a:t>
            </a:r>
          </a:p>
          <a:p>
            <a:pPr>
              <a:spcBef>
                <a:spcPts val="400"/>
              </a:spcBef>
              <a:defRPr sz="1300">
                <a:solidFill>
                  <a:srgbClr val="A0A0B8"/>
                </a:solidFill>
                <a:latin typeface="Arial"/>
              </a:defRPr>
            </a:pPr>
            <a:r>
              <a:t>How MoodBeats seamlessly accompanies a user through real emotional shifts.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46888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2011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9F43"/>
                </a:solidFill>
                <a:latin typeface="Arial"/>
              </a:defRPr>
            </a:pPr>
            <a:r>
              <a:t>MORNING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07:30 AM • Morning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Waking up groggy.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Taps 😊 Happy dial.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Upbeat Bollywood morning vibes spark energy without having to think.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Favorite track saved to Liked Songs with one tap.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920240"/>
            <a:ext cx="246888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103120"/>
            <a:ext cx="2011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  <a:latin typeface="Arial"/>
              </a:defRPr>
            </a:pPr>
            <a:r>
              <a:t>AFTERNOON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02:00 PM • Work/Study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Focus mode needed.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Taps 🌿 Calm pill.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Smooth lo-fi chill &amp; evergreen Kishore Kumar classics keep stress low.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Background playback with zero interruptions.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246888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F36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2011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368E0"/>
                </a:solidFill>
                <a:latin typeface="Arial"/>
              </a:defRPr>
            </a:pPr>
            <a:r>
              <a:t>EVENING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06:30 PM • Gym / Run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Need adrenaline.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Taps ⚡ Energetic.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High-energy Punjabi dance &amp; workout party hits keep the momentum high.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Hits Shuffle 🔀 for unexpected bangers.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920240"/>
            <a:ext cx="246888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2103120"/>
            <a:ext cx="2011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D4"/>
                </a:solidFill>
                <a:latin typeface="Arial"/>
              </a:defRPr>
            </a:pPr>
            <a:r>
              <a:t>NIGHT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11:00 PM • Bedtime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Winding down in bed.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Sets Sleep Timer to 30 Minutes.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Calm acoustic ballads ease mind to sleep.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Music gently shuts off when time expires.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5D4"/>
                </a:solidFill>
                <a:latin typeface="Arial"/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Future of MoodBeats</a:t>
            </a:r>
          </a:p>
          <a:p>
            <a:pPr>
              <a:spcBef>
                <a:spcPts val="400"/>
              </a:spcBef>
              <a:defRPr sz="1300">
                <a:solidFill>
                  <a:srgbClr val="A0A0B8"/>
                </a:solidFill>
                <a:latin typeface="Arial"/>
              </a:defRPr>
            </a:pPr>
            <a:r>
              <a:t>Where emotional music streaming goes from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B954"/>
                </a:solidFill>
                <a:latin typeface="Arial"/>
              </a:defRPr>
            </a:pPr>
            <a:r>
              <a:t>MILESTONES ACHIEVED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What Makes MoodBeats Special Today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✅ Solved the 30-Second Limit: Full 160kbps songs on demand.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✅ Spotify-Tier Delight: Floating mini-player, full-screen Now Playing, Shuffle, Repeat &amp; Sleep Timer.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✅ Personal Curation: Real-time Liked Songs library with persistent offline cache.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✅ Multi-Modal Emotion Input: Camera, Text sentiment, and Mood Pills.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120640" cy="4206240"/>
          </a:xfrm>
          <a:prstGeom prst="roundRect">
            <a:avLst/>
          </a:prstGeom>
          <a:solidFill>
            <a:srgbClr val="181A26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031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5D4"/>
                </a:solidFill>
                <a:latin typeface="Arial"/>
              </a:defRPr>
            </a:pPr>
            <a:r>
              <a:t>COMING SOON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Next Steps on the Horizon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🎙️ Synchronized Real-Time Lyrics: Karaoke-style lyric scrolling on the Now Playing screen.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🎚️ Custom Equalizer: Bass Boost, Vocal Clarity, and Virtual 3D surround sound.</a:t>
            </a:r>
          </a:p>
          <a:p>
            <a:pPr>
              <a:spcBef>
                <a:spcPts val="800"/>
              </a:spcBef>
              <a:defRPr sz="1200">
                <a:solidFill>
                  <a:srgbClr val="A0A0B8"/>
                </a:solidFill>
                <a:latin typeface="Arial"/>
              </a:defRPr>
            </a:pPr>
            <a:r>
              <a:t>⌚ Wearable Heart-Rate Sync: Match songs directly to biometric pulse data from smartwatches.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00F5D4"/>
                </a:solidFill>
              </a:defRPr>
            </a:pPr>
            <a:r>
              <a:t>MoodBeats</a:t>
            </a:r>
          </a:p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Because great music shouldn't be searched. It should be felt.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B954"/>
                </a:solidFill>
              </a:defRPr>
            </a:pPr>
            <a:r>
              <a:t>Thank You! • Open for Questions &amp; Live Demo 🎧</a:t>
            </a:r>
          </a:p>
          <a:p>
            <a:pPr>
              <a:spcBef>
                <a:spcPts val="600"/>
              </a:spcBef>
              <a:defRPr sz="1300">
                <a:solidFill>
                  <a:srgbClr val="A0A0B8"/>
                </a:solidFill>
              </a:defRPr>
            </a:pPr>
            <a:r>
              <a:t>Android APK &amp; Full Source Available at: D:\MoodBeats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